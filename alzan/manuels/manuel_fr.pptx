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57" r:id="rId2"/>
    <p:sldId id="258" r:id="rId3"/>
    <p:sldId id="259" r:id="rId4"/>
    <p:sldId id="260" r:id="rId5"/>
  </p:sldIdLst>
  <p:sldSz cx="4679950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405"/>
  </p:normalViewPr>
  <p:slideViewPr>
    <p:cSldViewPr snapToGrid="0">
      <p:cViewPr varScale="1">
        <p:scale>
          <a:sx n="192" d="100"/>
          <a:sy n="192" d="100"/>
        </p:scale>
        <p:origin x="2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996" y="765909"/>
            <a:ext cx="3977958" cy="1629316"/>
          </a:xfrm>
        </p:spPr>
        <p:txBody>
          <a:bodyPr anchor="b"/>
          <a:lstStyle>
            <a:lvl1pPr algn="ctr">
              <a:defRPr sz="307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994" y="2458058"/>
            <a:ext cx="3509963" cy="1129904"/>
          </a:xfrm>
        </p:spPr>
        <p:txBody>
          <a:bodyPr/>
          <a:lstStyle>
            <a:lvl1pPr marL="0" indent="0" algn="ctr">
              <a:buNone/>
              <a:defRPr sz="1228"/>
            </a:lvl1pPr>
            <a:lvl2pPr marL="233995" indent="0" algn="ctr">
              <a:buNone/>
              <a:defRPr sz="1024"/>
            </a:lvl2pPr>
            <a:lvl3pPr marL="467990" indent="0" algn="ctr">
              <a:buNone/>
              <a:defRPr sz="921"/>
            </a:lvl3pPr>
            <a:lvl4pPr marL="701985" indent="0" algn="ctr">
              <a:buNone/>
              <a:defRPr sz="819"/>
            </a:lvl4pPr>
            <a:lvl5pPr marL="935980" indent="0" algn="ctr">
              <a:buNone/>
              <a:defRPr sz="819"/>
            </a:lvl5pPr>
            <a:lvl6pPr marL="1169975" indent="0" algn="ctr">
              <a:buNone/>
              <a:defRPr sz="819"/>
            </a:lvl6pPr>
            <a:lvl7pPr marL="1403970" indent="0" algn="ctr">
              <a:buNone/>
              <a:defRPr sz="819"/>
            </a:lvl7pPr>
            <a:lvl8pPr marL="1637965" indent="0" algn="ctr">
              <a:buNone/>
              <a:defRPr sz="819"/>
            </a:lvl8pPr>
            <a:lvl9pPr marL="1871960" indent="0" algn="ctr">
              <a:buNone/>
              <a:defRPr sz="819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68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183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309" y="1166739"/>
            <a:ext cx="4036457" cy="1946729"/>
          </a:xfrm>
        </p:spPr>
        <p:txBody>
          <a:bodyPr anchor="b"/>
          <a:lstStyle>
            <a:lvl1pPr>
              <a:defRPr sz="307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309" y="3131884"/>
            <a:ext cx="4036457" cy="1023739"/>
          </a:xfrm>
        </p:spPr>
        <p:txBody>
          <a:bodyPr/>
          <a:lstStyle>
            <a:lvl1pPr marL="0" indent="0">
              <a:buNone/>
              <a:defRPr sz="1228">
                <a:solidFill>
                  <a:schemeClr val="tx1"/>
                </a:solidFill>
              </a:defRPr>
            </a:lvl1pPr>
            <a:lvl2pPr marL="233995" indent="0">
              <a:buNone/>
              <a:defRPr sz="1024">
                <a:solidFill>
                  <a:schemeClr val="tx1">
                    <a:tint val="75000"/>
                  </a:schemeClr>
                </a:solidFill>
              </a:defRPr>
            </a:lvl2pPr>
            <a:lvl3pPr marL="467990" indent="0">
              <a:buNone/>
              <a:defRPr sz="921">
                <a:solidFill>
                  <a:schemeClr val="tx1">
                    <a:tint val="75000"/>
                  </a:schemeClr>
                </a:solidFill>
              </a:defRPr>
            </a:lvl3pPr>
            <a:lvl4pPr marL="701985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4pPr>
            <a:lvl5pPr marL="935980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5pPr>
            <a:lvl6pPr marL="1169975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6pPr>
            <a:lvl7pPr marL="1403970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7pPr>
            <a:lvl8pPr marL="1637965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8pPr>
            <a:lvl9pPr marL="1871960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998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1746" y="1245820"/>
            <a:ext cx="1988979" cy="296938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69225" y="1245820"/>
            <a:ext cx="1988979" cy="296938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798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249165"/>
            <a:ext cx="4036457" cy="90457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357" y="1147238"/>
            <a:ext cx="1979838" cy="562244"/>
          </a:xfrm>
        </p:spPr>
        <p:txBody>
          <a:bodyPr anchor="b"/>
          <a:lstStyle>
            <a:lvl1pPr marL="0" indent="0">
              <a:buNone/>
              <a:defRPr sz="1228" b="1"/>
            </a:lvl1pPr>
            <a:lvl2pPr marL="233995" indent="0">
              <a:buNone/>
              <a:defRPr sz="1024" b="1"/>
            </a:lvl2pPr>
            <a:lvl3pPr marL="467990" indent="0">
              <a:buNone/>
              <a:defRPr sz="921" b="1"/>
            </a:lvl3pPr>
            <a:lvl4pPr marL="701985" indent="0">
              <a:buNone/>
              <a:defRPr sz="819" b="1"/>
            </a:lvl4pPr>
            <a:lvl5pPr marL="935980" indent="0">
              <a:buNone/>
              <a:defRPr sz="819" b="1"/>
            </a:lvl5pPr>
            <a:lvl6pPr marL="1169975" indent="0">
              <a:buNone/>
              <a:defRPr sz="819" b="1"/>
            </a:lvl6pPr>
            <a:lvl7pPr marL="1403970" indent="0">
              <a:buNone/>
              <a:defRPr sz="819" b="1"/>
            </a:lvl7pPr>
            <a:lvl8pPr marL="1637965" indent="0">
              <a:buNone/>
              <a:defRPr sz="819" b="1"/>
            </a:lvl8pPr>
            <a:lvl9pPr marL="1871960" indent="0">
              <a:buNone/>
              <a:defRPr sz="819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2357" y="1709482"/>
            <a:ext cx="1979838" cy="251439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69225" y="1147238"/>
            <a:ext cx="1989588" cy="562244"/>
          </a:xfrm>
        </p:spPr>
        <p:txBody>
          <a:bodyPr anchor="b"/>
          <a:lstStyle>
            <a:lvl1pPr marL="0" indent="0">
              <a:buNone/>
              <a:defRPr sz="1228" b="1"/>
            </a:lvl1pPr>
            <a:lvl2pPr marL="233995" indent="0">
              <a:buNone/>
              <a:defRPr sz="1024" b="1"/>
            </a:lvl2pPr>
            <a:lvl3pPr marL="467990" indent="0">
              <a:buNone/>
              <a:defRPr sz="921" b="1"/>
            </a:lvl3pPr>
            <a:lvl4pPr marL="701985" indent="0">
              <a:buNone/>
              <a:defRPr sz="819" b="1"/>
            </a:lvl4pPr>
            <a:lvl5pPr marL="935980" indent="0">
              <a:buNone/>
              <a:defRPr sz="819" b="1"/>
            </a:lvl5pPr>
            <a:lvl6pPr marL="1169975" indent="0">
              <a:buNone/>
              <a:defRPr sz="819" b="1"/>
            </a:lvl6pPr>
            <a:lvl7pPr marL="1403970" indent="0">
              <a:buNone/>
              <a:defRPr sz="819" b="1"/>
            </a:lvl7pPr>
            <a:lvl8pPr marL="1637965" indent="0">
              <a:buNone/>
              <a:defRPr sz="819" b="1"/>
            </a:lvl8pPr>
            <a:lvl9pPr marL="1871960" indent="0">
              <a:buNone/>
              <a:defRPr sz="819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69225" y="1709482"/>
            <a:ext cx="1989588" cy="251439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6511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321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78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311997"/>
            <a:ext cx="1509406" cy="1091988"/>
          </a:xfrm>
        </p:spPr>
        <p:txBody>
          <a:bodyPr anchor="b"/>
          <a:lstStyle>
            <a:lvl1pPr>
              <a:defRPr sz="163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9588" y="673827"/>
            <a:ext cx="2369225" cy="3325798"/>
          </a:xfrm>
        </p:spPr>
        <p:txBody>
          <a:bodyPr/>
          <a:lstStyle>
            <a:lvl1pPr>
              <a:defRPr sz="1638"/>
            </a:lvl1pPr>
            <a:lvl2pPr>
              <a:defRPr sz="1433"/>
            </a:lvl2pPr>
            <a:lvl3pPr>
              <a:defRPr sz="1228"/>
            </a:lvl3pPr>
            <a:lvl4pPr>
              <a:defRPr sz="1024"/>
            </a:lvl4pPr>
            <a:lvl5pPr>
              <a:defRPr sz="1024"/>
            </a:lvl5pPr>
            <a:lvl6pPr>
              <a:defRPr sz="1024"/>
            </a:lvl6pPr>
            <a:lvl7pPr>
              <a:defRPr sz="1024"/>
            </a:lvl7pPr>
            <a:lvl8pPr>
              <a:defRPr sz="1024"/>
            </a:lvl8pPr>
            <a:lvl9pPr>
              <a:defRPr sz="1024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1403985"/>
            <a:ext cx="1509406" cy="2601056"/>
          </a:xfrm>
        </p:spPr>
        <p:txBody>
          <a:bodyPr/>
          <a:lstStyle>
            <a:lvl1pPr marL="0" indent="0">
              <a:buNone/>
              <a:defRPr sz="819"/>
            </a:lvl1pPr>
            <a:lvl2pPr marL="233995" indent="0">
              <a:buNone/>
              <a:defRPr sz="717"/>
            </a:lvl2pPr>
            <a:lvl3pPr marL="467990" indent="0">
              <a:buNone/>
              <a:defRPr sz="614"/>
            </a:lvl3pPr>
            <a:lvl4pPr marL="701985" indent="0">
              <a:buNone/>
              <a:defRPr sz="512"/>
            </a:lvl4pPr>
            <a:lvl5pPr marL="935980" indent="0">
              <a:buNone/>
              <a:defRPr sz="512"/>
            </a:lvl5pPr>
            <a:lvl6pPr marL="1169975" indent="0">
              <a:buNone/>
              <a:defRPr sz="512"/>
            </a:lvl6pPr>
            <a:lvl7pPr marL="1403970" indent="0">
              <a:buNone/>
              <a:defRPr sz="512"/>
            </a:lvl7pPr>
            <a:lvl8pPr marL="1637965" indent="0">
              <a:buNone/>
              <a:defRPr sz="512"/>
            </a:lvl8pPr>
            <a:lvl9pPr marL="1871960" indent="0">
              <a:buNone/>
              <a:defRPr sz="51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9191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311997"/>
            <a:ext cx="1509406" cy="1091988"/>
          </a:xfrm>
        </p:spPr>
        <p:txBody>
          <a:bodyPr anchor="b"/>
          <a:lstStyle>
            <a:lvl1pPr>
              <a:defRPr sz="163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9588" y="673827"/>
            <a:ext cx="2369225" cy="3325798"/>
          </a:xfrm>
        </p:spPr>
        <p:txBody>
          <a:bodyPr anchor="t"/>
          <a:lstStyle>
            <a:lvl1pPr marL="0" indent="0">
              <a:buNone/>
              <a:defRPr sz="1638"/>
            </a:lvl1pPr>
            <a:lvl2pPr marL="233995" indent="0">
              <a:buNone/>
              <a:defRPr sz="1433"/>
            </a:lvl2pPr>
            <a:lvl3pPr marL="467990" indent="0">
              <a:buNone/>
              <a:defRPr sz="1228"/>
            </a:lvl3pPr>
            <a:lvl4pPr marL="701985" indent="0">
              <a:buNone/>
              <a:defRPr sz="1024"/>
            </a:lvl4pPr>
            <a:lvl5pPr marL="935980" indent="0">
              <a:buNone/>
              <a:defRPr sz="1024"/>
            </a:lvl5pPr>
            <a:lvl6pPr marL="1169975" indent="0">
              <a:buNone/>
              <a:defRPr sz="1024"/>
            </a:lvl6pPr>
            <a:lvl7pPr marL="1403970" indent="0">
              <a:buNone/>
              <a:defRPr sz="1024"/>
            </a:lvl7pPr>
            <a:lvl8pPr marL="1637965" indent="0">
              <a:buNone/>
              <a:defRPr sz="1024"/>
            </a:lvl8pPr>
            <a:lvl9pPr marL="1871960" indent="0">
              <a:buNone/>
              <a:defRPr sz="102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1403985"/>
            <a:ext cx="1509406" cy="2601056"/>
          </a:xfrm>
        </p:spPr>
        <p:txBody>
          <a:bodyPr/>
          <a:lstStyle>
            <a:lvl1pPr marL="0" indent="0">
              <a:buNone/>
              <a:defRPr sz="819"/>
            </a:lvl1pPr>
            <a:lvl2pPr marL="233995" indent="0">
              <a:buNone/>
              <a:defRPr sz="717"/>
            </a:lvl2pPr>
            <a:lvl3pPr marL="467990" indent="0">
              <a:buNone/>
              <a:defRPr sz="614"/>
            </a:lvl3pPr>
            <a:lvl4pPr marL="701985" indent="0">
              <a:buNone/>
              <a:defRPr sz="512"/>
            </a:lvl4pPr>
            <a:lvl5pPr marL="935980" indent="0">
              <a:buNone/>
              <a:defRPr sz="512"/>
            </a:lvl5pPr>
            <a:lvl6pPr marL="1169975" indent="0">
              <a:buNone/>
              <a:defRPr sz="512"/>
            </a:lvl6pPr>
            <a:lvl7pPr marL="1403970" indent="0">
              <a:buNone/>
              <a:defRPr sz="512"/>
            </a:lvl7pPr>
            <a:lvl8pPr marL="1637965" indent="0">
              <a:buNone/>
              <a:defRPr sz="512"/>
            </a:lvl8pPr>
            <a:lvl9pPr marL="1871960" indent="0">
              <a:buNone/>
              <a:defRPr sz="51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188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4392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49090" y="249164"/>
            <a:ext cx="1009114" cy="396604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1747" y="249164"/>
            <a:ext cx="2968843" cy="396604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789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B9464C-2B4D-A960-A27A-983E050A0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4679950" cy="46799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85113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1747" y="249165"/>
            <a:ext cx="4036457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747" y="1245820"/>
            <a:ext cx="4036457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1746" y="4337621"/>
            <a:ext cx="1052989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0234" y="4337621"/>
            <a:ext cx="1579483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05215" y="4337621"/>
            <a:ext cx="1052989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81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50" r:id="rId12"/>
  </p:sldLayoutIdLst>
  <p:txStyles>
    <p:titleStyle>
      <a:lvl1pPr algn="l" defTabSz="467990" rtl="0" eaLnBrk="1" latinLnBrk="0" hangingPunct="1">
        <a:lnSpc>
          <a:spcPct val="90000"/>
        </a:lnSpc>
        <a:spcBef>
          <a:spcPct val="0"/>
        </a:spcBef>
        <a:buNone/>
        <a:defRPr sz="22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997" indent="-116997" algn="l" defTabSz="46799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433" kern="1200">
          <a:solidFill>
            <a:schemeClr val="tx1"/>
          </a:solidFill>
          <a:latin typeface="+mn-lt"/>
          <a:ea typeface="+mn-ea"/>
          <a:cs typeface="+mn-cs"/>
        </a:defRPr>
      </a:lvl1pPr>
      <a:lvl2pPr marL="350992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584987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1024" kern="1200">
          <a:solidFill>
            <a:schemeClr val="tx1"/>
          </a:solidFill>
          <a:latin typeface="+mn-lt"/>
          <a:ea typeface="+mn-ea"/>
          <a:cs typeface="+mn-cs"/>
        </a:defRPr>
      </a:lvl3pPr>
      <a:lvl4pPr marL="818982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4pPr>
      <a:lvl5pPr marL="1052977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5pPr>
      <a:lvl6pPr marL="1286972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6pPr>
      <a:lvl7pPr marL="1520967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7pPr>
      <a:lvl8pPr marL="1754962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8pPr>
      <a:lvl9pPr marL="1988957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1pPr>
      <a:lvl2pPr marL="233995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2pPr>
      <a:lvl3pPr marL="46799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3pPr>
      <a:lvl4pPr marL="701985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4pPr>
      <a:lvl5pPr marL="93598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5pPr>
      <a:lvl6pPr marL="1169975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6pPr>
      <a:lvl7pPr marL="140397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7pPr>
      <a:lvl8pPr marL="1637965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8pPr>
      <a:lvl9pPr marL="187196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A99D1E3C-932D-85DC-59A1-919801435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20913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68C6FD5-5406-F833-E62B-67C67A0F445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/>
          <a:lstStyle/>
          <a:p>
            <a:pPr marL="0" indent="0">
              <a:buNone/>
            </a:pPr>
            <a:r>
              <a:rPr lang="fr-FR" sz="14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City of Alzan</a:t>
            </a:r>
          </a:p>
          <a:p>
            <a:pPr marL="0" indent="0" algn="r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Un jeu de Trevor Toms</a:t>
            </a:r>
          </a:p>
          <a:p>
            <a:pPr marL="0" indent="0">
              <a:buNone/>
            </a:pPr>
            <a:endParaRPr lang="fr-FR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Malheureusement, la ville est entourée de murailles immenses, vous devrez donc d’abord trouver comment les escalader.</a:t>
            </a:r>
            <a:endParaRPr lang="fr-FR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endParaRPr lang="fr-FR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endParaRPr lang="fr-FR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endParaRPr lang="fr-FR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 algn="ctr">
              <a:buNone/>
            </a:pPr>
            <a:r>
              <a:rPr lang="fr-FR" sz="10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Version Apple II 64K</a:t>
            </a:r>
          </a:p>
          <a:p>
            <a:pPr marL="0" indent="0" algn="ctr">
              <a:buNone/>
            </a:pPr>
            <a:r>
              <a:rPr lang="fr-FR" sz="10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© 2026, Brutal Deluxe Software</a:t>
            </a:r>
          </a:p>
          <a:p>
            <a:pPr marL="0" indent="0" algn="ctr">
              <a:buNone/>
            </a:pPr>
            <a:r>
              <a:rPr lang="fr-FR" sz="10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Antoine Vignau &amp; Olivier </a:t>
            </a:r>
            <a:r>
              <a:rPr lang="fr-FR" sz="10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Zardini</a:t>
            </a:r>
            <a:endParaRPr lang="fr-FR" sz="10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 algn="ctr">
              <a:buNone/>
            </a:pPr>
            <a:r>
              <a:rPr lang="fr-FR" sz="10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brutaldeluxe.fr</a:t>
            </a:r>
            <a:endParaRPr lang="fr-FR" sz="10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08A8788-571A-02DC-E83E-EEC190933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47" y="623587"/>
            <a:ext cx="1602271" cy="147475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F03874E-0659-A439-F7D8-594ADD7B9354}"/>
              </a:ext>
            </a:extLst>
          </p:cNvPr>
          <p:cNvSpPr txBox="1"/>
          <p:nvPr/>
        </p:nvSpPr>
        <p:spPr>
          <a:xfrm>
            <a:off x="1510749" y="623587"/>
            <a:ext cx="3169202" cy="14747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33995" lvl="1" indent="0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L'intrigue se déroule dans la ville fictive d’Alzan, bâtie au sommet de falaises surplombant la mer et peuplée de voleurs et d’assassins.</a:t>
            </a: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Votre quête consiste à trouver comment quitter la ville avant d’être attrapé ou que la peste ne vous frappe.</a:t>
            </a:r>
          </a:p>
        </p:txBody>
      </p:sp>
    </p:spTree>
    <p:extLst>
      <p:ext uri="{BB962C8B-B14F-4D97-AF65-F5344CB8AC3E}">
        <p14:creationId xmlns:p14="http://schemas.microsoft.com/office/powerpoint/2010/main" val="3061127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68C6FD5-5406-F833-E62B-67C67A0F445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How to </a:t>
            </a:r>
            <a:r>
              <a:rPr lang="fr-FR" sz="12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play</a:t>
            </a:r>
            <a:r>
              <a:rPr lang="fr-FR" sz="12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?</a:t>
            </a: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Insérez la disquette dans le lecteur de disquettes et allumez votre ordinateur.</a:t>
            </a: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Après quelques secondes, l’écran d’accueil s’affichera et une musique sera jouée par l’ordinateur.</a:t>
            </a: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Appuyez sur une touche pour jouer.</a:t>
            </a:r>
          </a:p>
          <a:p>
            <a:pPr marL="0" indent="0">
              <a:buNone/>
            </a:pPr>
            <a:endParaRPr lang="fr-FR" sz="12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1FD4675-2D7C-2B8A-846B-3DAA6568C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0" y="2016263"/>
            <a:ext cx="3995530" cy="266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3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68C6FD5-5406-F833-E62B-67C67A0F445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Vocabulaire</a:t>
            </a:r>
          </a:p>
          <a:p>
            <a:pPr marL="0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L’analyseur syntaxique sait reconnaître un verbe et un nom. Vous pouvez vous déplacer avec les commandes suivantes :</a:t>
            </a:r>
          </a:p>
          <a:p>
            <a:pPr marL="233995" lvl="1" indent="0">
              <a:buNone/>
            </a:pPr>
            <a:r>
              <a:rPr lang="fr-FR" sz="1100" i="1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	Nord, sud, est, ouest, haut, bas</a:t>
            </a: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Les autres commandes restent à découvrir.</a:t>
            </a: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Tapez CASSE pour basculer entre un affichage en lettres minuscules ou majuscules. Le jeu détermine la casse au démarrage.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9A5A540-D123-D6F4-5124-B4C556B12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0" y="2038350"/>
            <a:ext cx="39624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09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</TotalTime>
  <Words>188</Words>
  <Application>Microsoft Macintosh PowerPoint</Application>
  <PresentationFormat>Personnalisé</PresentationFormat>
  <Paragraphs>37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MS Gothic</vt:lpstr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Antoine Vignau</dc:creator>
  <cp:lastModifiedBy>Antoine Vignau</cp:lastModifiedBy>
  <cp:revision>4</cp:revision>
  <cp:lastPrinted>2026-07-04T20:16:59Z</cp:lastPrinted>
  <dcterms:created xsi:type="dcterms:W3CDTF">2026-07-04T14:59:23Z</dcterms:created>
  <dcterms:modified xsi:type="dcterms:W3CDTF">2026-07-04T20:17:00Z</dcterms:modified>
</cp:coreProperties>
</file>