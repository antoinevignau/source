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7" r:id="rId2"/>
    <p:sldId id="258" r:id="rId3"/>
    <p:sldId id="259" r:id="rId4"/>
    <p:sldId id="260" r:id="rId5"/>
  </p:sldIdLst>
  <p:sldSz cx="467995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>
      <p:cViewPr varScale="1">
        <p:scale>
          <a:sx n="192" d="100"/>
          <a:sy n="192" d="100"/>
        </p:scale>
        <p:origin x="2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996" y="765909"/>
            <a:ext cx="3977958" cy="1629316"/>
          </a:xfrm>
        </p:spPr>
        <p:txBody>
          <a:bodyPr anchor="b"/>
          <a:lstStyle>
            <a:lvl1pPr algn="ctr">
              <a:defRPr sz="3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2458058"/>
            <a:ext cx="3509963" cy="1129904"/>
          </a:xfrm>
        </p:spPr>
        <p:txBody>
          <a:bodyPr/>
          <a:lstStyle>
            <a:lvl1pPr marL="0" indent="0" algn="ctr">
              <a:buNone/>
              <a:defRPr sz="1228"/>
            </a:lvl1pPr>
            <a:lvl2pPr marL="233995" indent="0" algn="ctr">
              <a:buNone/>
              <a:defRPr sz="1024"/>
            </a:lvl2pPr>
            <a:lvl3pPr marL="467990" indent="0" algn="ctr">
              <a:buNone/>
              <a:defRPr sz="921"/>
            </a:lvl3pPr>
            <a:lvl4pPr marL="701985" indent="0" algn="ctr">
              <a:buNone/>
              <a:defRPr sz="819"/>
            </a:lvl4pPr>
            <a:lvl5pPr marL="935980" indent="0" algn="ctr">
              <a:buNone/>
              <a:defRPr sz="819"/>
            </a:lvl5pPr>
            <a:lvl6pPr marL="1169975" indent="0" algn="ctr">
              <a:buNone/>
              <a:defRPr sz="819"/>
            </a:lvl6pPr>
            <a:lvl7pPr marL="1403970" indent="0" algn="ctr">
              <a:buNone/>
              <a:defRPr sz="819"/>
            </a:lvl7pPr>
            <a:lvl8pPr marL="1637965" indent="0" algn="ctr">
              <a:buNone/>
              <a:defRPr sz="819"/>
            </a:lvl8pPr>
            <a:lvl9pPr marL="1871960" indent="0" algn="ctr">
              <a:buNone/>
              <a:defRPr sz="819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8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418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1166739"/>
            <a:ext cx="4036457" cy="1946729"/>
          </a:xfrm>
        </p:spPr>
        <p:txBody>
          <a:bodyPr anchor="b"/>
          <a:lstStyle>
            <a:lvl1pPr>
              <a:defRPr sz="307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3131884"/>
            <a:ext cx="4036457" cy="1023739"/>
          </a:xfrm>
        </p:spPr>
        <p:txBody>
          <a:bodyPr/>
          <a:lstStyle>
            <a:lvl1pPr marL="0" indent="0">
              <a:buNone/>
              <a:defRPr sz="1228">
                <a:solidFill>
                  <a:schemeClr val="tx1"/>
                </a:solidFill>
              </a:defRPr>
            </a:lvl1pPr>
            <a:lvl2pPr marL="233995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2pPr>
            <a:lvl3pPr marL="467990" indent="0">
              <a:buNone/>
              <a:defRPr sz="921">
                <a:solidFill>
                  <a:schemeClr val="tx1">
                    <a:tint val="75000"/>
                  </a:schemeClr>
                </a:solidFill>
              </a:defRPr>
            </a:lvl3pPr>
            <a:lvl4pPr marL="70198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4pPr>
            <a:lvl5pPr marL="93598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5pPr>
            <a:lvl6pPr marL="116997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6pPr>
            <a:lvl7pPr marL="140397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7pPr>
            <a:lvl8pPr marL="1637965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8pPr>
            <a:lvl9pPr marL="1871960" indent="0">
              <a:buNone/>
              <a:defRPr sz="8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98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1245820"/>
            <a:ext cx="1988979" cy="29693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1245820"/>
            <a:ext cx="1988979" cy="29693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79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249165"/>
            <a:ext cx="4036457" cy="90457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7" y="1147238"/>
            <a:ext cx="1979838" cy="562244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7" y="1709482"/>
            <a:ext cx="1979838" cy="25143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1147238"/>
            <a:ext cx="1989588" cy="562244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1709482"/>
            <a:ext cx="1989588" cy="251439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511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232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78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311997"/>
            <a:ext cx="1509406" cy="109198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673827"/>
            <a:ext cx="2369225" cy="3325798"/>
          </a:xfrm>
        </p:spPr>
        <p:txBody>
          <a:bodyPr/>
          <a:lstStyle>
            <a:lvl1pPr>
              <a:defRPr sz="1638"/>
            </a:lvl1pPr>
            <a:lvl2pPr>
              <a:defRPr sz="1433"/>
            </a:lvl2pPr>
            <a:lvl3pPr>
              <a:defRPr sz="1228"/>
            </a:lvl3pPr>
            <a:lvl4pPr>
              <a:defRPr sz="1024"/>
            </a:lvl4pPr>
            <a:lvl5pPr>
              <a:defRPr sz="1024"/>
            </a:lvl5pPr>
            <a:lvl6pPr>
              <a:defRPr sz="1024"/>
            </a:lvl6pPr>
            <a:lvl7pPr>
              <a:defRPr sz="1024"/>
            </a:lvl7pPr>
            <a:lvl8pPr>
              <a:defRPr sz="1024"/>
            </a:lvl8pPr>
            <a:lvl9pPr>
              <a:defRPr sz="1024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1403985"/>
            <a:ext cx="1509406" cy="2601056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19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311997"/>
            <a:ext cx="1509406" cy="109198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673827"/>
            <a:ext cx="2369225" cy="3325798"/>
          </a:xfrm>
        </p:spPr>
        <p:txBody>
          <a:bodyPr anchor="t"/>
          <a:lstStyle>
            <a:lvl1pPr marL="0" indent="0">
              <a:buNone/>
              <a:defRPr sz="1638"/>
            </a:lvl1pPr>
            <a:lvl2pPr marL="233995" indent="0">
              <a:buNone/>
              <a:defRPr sz="1433"/>
            </a:lvl2pPr>
            <a:lvl3pPr marL="467990" indent="0">
              <a:buNone/>
              <a:defRPr sz="1228"/>
            </a:lvl3pPr>
            <a:lvl4pPr marL="701985" indent="0">
              <a:buNone/>
              <a:defRPr sz="1024"/>
            </a:lvl4pPr>
            <a:lvl5pPr marL="935980" indent="0">
              <a:buNone/>
              <a:defRPr sz="1024"/>
            </a:lvl5pPr>
            <a:lvl6pPr marL="1169975" indent="0">
              <a:buNone/>
              <a:defRPr sz="1024"/>
            </a:lvl6pPr>
            <a:lvl7pPr marL="1403970" indent="0">
              <a:buNone/>
              <a:defRPr sz="1024"/>
            </a:lvl7pPr>
            <a:lvl8pPr marL="1637965" indent="0">
              <a:buNone/>
              <a:defRPr sz="1024"/>
            </a:lvl8pPr>
            <a:lvl9pPr marL="1871960" indent="0">
              <a:buNone/>
              <a:defRPr sz="1024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1403985"/>
            <a:ext cx="1509406" cy="2601056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18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39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90" y="249164"/>
            <a:ext cx="1009114" cy="396604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249164"/>
            <a:ext cx="2968843" cy="396604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789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B9464C-2B4D-A960-A27A-983E050A0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4679950" cy="46799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85113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249165"/>
            <a:ext cx="4036457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1245820"/>
            <a:ext cx="4036457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4337621"/>
            <a:ext cx="105298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2FF15-C2B6-7247-A4C3-F65CDD3CB022}" type="datetimeFigureOut">
              <a:rPr lang="fr-FR" smtClean="0"/>
              <a:t>04/07/2026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4337621"/>
            <a:ext cx="1579483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4337621"/>
            <a:ext cx="1052989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8E2B-EA0A-9342-A858-30A0D592F2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81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50" r:id="rId12"/>
  </p:sldLayoutIdLst>
  <p:txStyles>
    <p:titleStyle>
      <a:lvl1pPr algn="l" defTabSz="467990" rtl="0" eaLnBrk="1" latinLnBrk="0" hangingPunct="1">
        <a:lnSpc>
          <a:spcPct val="90000"/>
        </a:lnSpc>
        <a:spcBef>
          <a:spcPct val="0"/>
        </a:spcBef>
        <a:buNone/>
        <a:defRPr sz="22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997" indent="-116997" algn="l" defTabSz="46799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1pPr>
      <a:lvl2pPr marL="35099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58498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3pPr>
      <a:lvl4pPr marL="81898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105297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28697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52096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75496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98895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2pPr>
      <a:lvl3pPr marL="46799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3pPr>
      <a:lvl4pPr marL="70198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93598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16997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40397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63796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87196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99D1E3C-932D-85DC-59A1-919801435E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20913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fr-FR" sz="14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City of Alzan</a:t>
            </a:r>
          </a:p>
          <a:p>
            <a:pPr marL="0" indent="0" algn="r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Original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game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by Trevor Toms</a:t>
            </a: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Unfortunately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the city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surrounded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by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extremely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high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walls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and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so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you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must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find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way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to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scale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them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>
              <a:buNone/>
            </a:pPr>
            <a:endParaRPr lang="fr-FR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Apple </a:t>
            </a:r>
            <a:r>
              <a:rPr lang="fr-FR" sz="100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II 64K version</a:t>
            </a:r>
            <a:endParaRPr lang="fr-FR" sz="10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© 2026, Brutal Deluxe Software</a:t>
            </a:r>
          </a:p>
          <a:p>
            <a:pPr marL="0" indent="0" algn="ctr">
              <a:buNone/>
            </a:pP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Antoine Vignau &amp; Olivier </a:t>
            </a:r>
            <a:r>
              <a:rPr lang="fr-FR" sz="10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Zardini</a:t>
            </a:r>
            <a:endParaRPr lang="fr-FR" sz="10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0" indent="0" algn="ctr">
              <a:buNone/>
            </a:pPr>
            <a:r>
              <a:rPr lang="fr-FR" sz="10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Visit</a:t>
            </a:r>
            <a:r>
              <a:rPr lang="fr-FR" sz="10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0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brutaldeluxe.fr</a:t>
            </a:r>
            <a:endParaRPr lang="fr-FR" sz="10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8A8788-571A-02DC-E83E-EEC19093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47" y="623587"/>
            <a:ext cx="1602271" cy="147475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F03874E-0659-A439-F7D8-594ADD7B9354}"/>
              </a:ext>
            </a:extLst>
          </p:cNvPr>
          <p:cNvSpPr txBox="1"/>
          <p:nvPr/>
        </p:nvSpPr>
        <p:spPr>
          <a:xfrm>
            <a:off x="1653485" y="623587"/>
            <a:ext cx="3026465" cy="14747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The plot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takes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place in a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fictitious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city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named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Alzan,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which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built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on top of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sea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cliffs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and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inhabited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by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thieves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and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cut-throats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/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Your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quest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to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find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way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out of the city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before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they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grab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you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or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before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plague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takes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hold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of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you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12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How to </a:t>
            </a:r>
            <a:r>
              <a:rPr lang="fr-FR" sz="12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play</a:t>
            </a:r>
            <a:r>
              <a:rPr lang="fr-FR" sz="12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?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Insert the diskette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into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disk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drive and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turn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on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your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computer.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After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 few seconds,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title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screen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displayed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, and a music score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is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played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Press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 key to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play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0" indent="0">
              <a:buNone/>
            </a:pPr>
            <a:endParaRPr lang="fr-FR" sz="12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E5D05E-A58E-A9A0-9A5C-7E98EBAA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0" y="2016263"/>
            <a:ext cx="3995530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536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68C6FD5-5406-F833-E62B-67C67A0F4458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Vocabulary</a:t>
            </a:r>
            <a:endParaRPr lang="fr-FR" sz="12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parser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recognizes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verb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and a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noun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 You can move by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entering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following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commands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:</a:t>
            </a:r>
          </a:p>
          <a:p>
            <a:pPr marL="233995" lvl="1" indent="0">
              <a:buNone/>
            </a:pPr>
            <a:r>
              <a:rPr lang="fr-FR" sz="1100" i="1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	North, South, East, West, Up, Down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others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commands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are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yet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to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found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.</a:t>
            </a:r>
          </a:p>
          <a:p>
            <a:pPr marL="233995" lvl="1" indent="0">
              <a:buNone/>
            </a:pPr>
            <a:endParaRPr lang="fr-FR" sz="1100" dirty="0">
              <a:solidFill>
                <a:schemeClr val="bg2"/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marL="233995" lvl="1" indent="0">
              <a:buNone/>
            </a:pP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Type CASE to switch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between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lower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- and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upper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- case display. The </a:t>
            </a:r>
            <a:r>
              <a:rPr lang="fr-FR" sz="1100" dirty="0" err="1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game</a:t>
            </a:r>
            <a:r>
              <a:rPr lang="fr-FR" sz="1100" dirty="0">
                <a:solidFill>
                  <a:schemeClr val="bg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sets the right case at boot time.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57FFBB-AF0B-F70B-C1BF-9226E15D7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20" y="2016263"/>
            <a:ext cx="3995530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09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</TotalTime>
  <Words>205</Words>
  <Application>Microsoft Macintosh PowerPoint</Application>
  <PresentationFormat>Personnalisé</PresentationFormat>
  <Paragraphs>38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MS Gothic</vt:lpstr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Antoine Vignau</dc:creator>
  <cp:lastModifiedBy>Antoine Vignau</cp:lastModifiedBy>
  <cp:revision>2</cp:revision>
  <dcterms:created xsi:type="dcterms:W3CDTF">2026-07-04T14:59:23Z</dcterms:created>
  <dcterms:modified xsi:type="dcterms:W3CDTF">2026-07-04T19:56:34Z</dcterms:modified>
</cp:coreProperties>
</file>