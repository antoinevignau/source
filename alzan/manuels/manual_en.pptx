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1" r:id="rId1"/>
  </p:sldMasterIdLst>
  <p:sldIdLst>
    <p:sldId id="257" r:id="rId2"/>
    <p:sldId id="258" r:id="rId3"/>
    <p:sldId id="259" r:id="rId4"/>
    <p:sldId id="260" r:id="rId5"/>
  </p:sldIdLst>
  <p:sldSz cx="4679950" cy="46799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6405"/>
  </p:normalViewPr>
  <p:slideViewPr>
    <p:cSldViewPr snapToGrid="0">
      <p:cViewPr varScale="1">
        <p:scale>
          <a:sx n="192" d="100"/>
          <a:sy n="192" d="100"/>
        </p:scale>
        <p:origin x="256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0996" y="765909"/>
            <a:ext cx="3977958" cy="1629316"/>
          </a:xfrm>
        </p:spPr>
        <p:txBody>
          <a:bodyPr anchor="b"/>
          <a:lstStyle>
            <a:lvl1pPr algn="ctr">
              <a:defRPr sz="3071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4994" y="2458058"/>
            <a:ext cx="3509963" cy="1129904"/>
          </a:xfrm>
        </p:spPr>
        <p:txBody>
          <a:bodyPr/>
          <a:lstStyle>
            <a:lvl1pPr marL="0" indent="0" algn="ctr">
              <a:buNone/>
              <a:defRPr sz="1228"/>
            </a:lvl1pPr>
            <a:lvl2pPr marL="233995" indent="0" algn="ctr">
              <a:buNone/>
              <a:defRPr sz="1024"/>
            </a:lvl2pPr>
            <a:lvl3pPr marL="467990" indent="0" algn="ctr">
              <a:buNone/>
              <a:defRPr sz="921"/>
            </a:lvl3pPr>
            <a:lvl4pPr marL="701985" indent="0" algn="ctr">
              <a:buNone/>
              <a:defRPr sz="819"/>
            </a:lvl4pPr>
            <a:lvl5pPr marL="935980" indent="0" algn="ctr">
              <a:buNone/>
              <a:defRPr sz="819"/>
            </a:lvl5pPr>
            <a:lvl6pPr marL="1169975" indent="0" algn="ctr">
              <a:buNone/>
              <a:defRPr sz="819"/>
            </a:lvl6pPr>
            <a:lvl7pPr marL="1403970" indent="0" algn="ctr">
              <a:buNone/>
              <a:defRPr sz="819"/>
            </a:lvl7pPr>
            <a:lvl8pPr marL="1637965" indent="0" algn="ctr">
              <a:buNone/>
              <a:defRPr sz="819"/>
            </a:lvl8pPr>
            <a:lvl9pPr marL="1871960" indent="0" algn="ctr">
              <a:buNone/>
              <a:defRPr sz="819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2FF15-C2B6-7247-A4C3-F65CDD3CB022}" type="datetimeFigureOut">
              <a:rPr lang="fr-FR" smtClean="0"/>
              <a:t>04/07/2026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48E2B-EA0A-9342-A858-30A0D592F2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36837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2FF15-C2B6-7247-A4C3-F65CDD3CB022}" type="datetimeFigureOut">
              <a:rPr lang="fr-FR" smtClean="0"/>
              <a:t>04/07/2026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48E2B-EA0A-9342-A858-30A0D592F2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4183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9309" y="1166739"/>
            <a:ext cx="4036457" cy="1946729"/>
          </a:xfrm>
        </p:spPr>
        <p:txBody>
          <a:bodyPr anchor="b"/>
          <a:lstStyle>
            <a:lvl1pPr>
              <a:defRPr sz="3071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9309" y="3131884"/>
            <a:ext cx="4036457" cy="1023739"/>
          </a:xfrm>
        </p:spPr>
        <p:txBody>
          <a:bodyPr/>
          <a:lstStyle>
            <a:lvl1pPr marL="0" indent="0">
              <a:buNone/>
              <a:defRPr sz="1228">
                <a:solidFill>
                  <a:schemeClr val="tx1"/>
                </a:solidFill>
              </a:defRPr>
            </a:lvl1pPr>
            <a:lvl2pPr marL="233995" indent="0">
              <a:buNone/>
              <a:defRPr sz="1024">
                <a:solidFill>
                  <a:schemeClr val="tx1">
                    <a:tint val="75000"/>
                  </a:schemeClr>
                </a:solidFill>
              </a:defRPr>
            </a:lvl2pPr>
            <a:lvl3pPr marL="467990" indent="0">
              <a:buNone/>
              <a:defRPr sz="921">
                <a:solidFill>
                  <a:schemeClr val="tx1">
                    <a:tint val="75000"/>
                  </a:schemeClr>
                </a:solidFill>
              </a:defRPr>
            </a:lvl3pPr>
            <a:lvl4pPr marL="701985" indent="0">
              <a:buNone/>
              <a:defRPr sz="819">
                <a:solidFill>
                  <a:schemeClr val="tx1">
                    <a:tint val="75000"/>
                  </a:schemeClr>
                </a:solidFill>
              </a:defRPr>
            </a:lvl4pPr>
            <a:lvl5pPr marL="935980" indent="0">
              <a:buNone/>
              <a:defRPr sz="819">
                <a:solidFill>
                  <a:schemeClr val="tx1">
                    <a:tint val="75000"/>
                  </a:schemeClr>
                </a:solidFill>
              </a:defRPr>
            </a:lvl5pPr>
            <a:lvl6pPr marL="1169975" indent="0">
              <a:buNone/>
              <a:defRPr sz="819">
                <a:solidFill>
                  <a:schemeClr val="tx1">
                    <a:tint val="75000"/>
                  </a:schemeClr>
                </a:solidFill>
              </a:defRPr>
            </a:lvl6pPr>
            <a:lvl7pPr marL="1403970" indent="0">
              <a:buNone/>
              <a:defRPr sz="819">
                <a:solidFill>
                  <a:schemeClr val="tx1">
                    <a:tint val="75000"/>
                  </a:schemeClr>
                </a:solidFill>
              </a:defRPr>
            </a:lvl7pPr>
            <a:lvl8pPr marL="1637965" indent="0">
              <a:buNone/>
              <a:defRPr sz="819">
                <a:solidFill>
                  <a:schemeClr val="tx1">
                    <a:tint val="75000"/>
                  </a:schemeClr>
                </a:solidFill>
              </a:defRPr>
            </a:lvl8pPr>
            <a:lvl9pPr marL="1871960" indent="0">
              <a:buNone/>
              <a:defRPr sz="81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2FF15-C2B6-7247-A4C3-F65CDD3CB022}" type="datetimeFigureOut">
              <a:rPr lang="fr-FR" smtClean="0"/>
              <a:t>04/07/2026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48E2B-EA0A-9342-A858-30A0D592F2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99825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21746" y="1245820"/>
            <a:ext cx="1988979" cy="2969385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369225" y="1245820"/>
            <a:ext cx="1988979" cy="2969385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2FF15-C2B6-7247-A4C3-F65CDD3CB022}" type="datetimeFigureOut">
              <a:rPr lang="fr-FR" smtClean="0"/>
              <a:t>04/07/2026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48E2B-EA0A-9342-A858-30A0D592F2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47982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2356" y="249165"/>
            <a:ext cx="4036457" cy="904574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2357" y="1147238"/>
            <a:ext cx="1979838" cy="562244"/>
          </a:xfrm>
        </p:spPr>
        <p:txBody>
          <a:bodyPr anchor="b"/>
          <a:lstStyle>
            <a:lvl1pPr marL="0" indent="0">
              <a:buNone/>
              <a:defRPr sz="1228" b="1"/>
            </a:lvl1pPr>
            <a:lvl2pPr marL="233995" indent="0">
              <a:buNone/>
              <a:defRPr sz="1024" b="1"/>
            </a:lvl2pPr>
            <a:lvl3pPr marL="467990" indent="0">
              <a:buNone/>
              <a:defRPr sz="921" b="1"/>
            </a:lvl3pPr>
            <a:lvl4pPr marL="701985" indent="0">
              <a:buNone/>
              <a:defRPr sz="819" b="1"/>
            </a:lvl4pPr>
            <a:lvl5pPr marL="935980" indent="0">
              <a:buNone/>
              <a:defRPr sz="819" b="1"/>
            </a:lvl5pPr>
            <a:lvl6pPr marL="1169975" indent="0">
              <a:buNone/>
              <a:defRPr sz="819" b="1"/>
            </a:lvl6pPr>
            <a:lvl7pPr marL="1403970" indent="0">
              <a:buNone/>
              <a:defRPr sz="819" b="1"/>
            </a:lvl7pPr>
            <a:lvl8pPr marL="1637965" indent="0">
              <a:buNone/>
              <a:defRPr sz="819" b="1"/>
            </a:lvl8pPr>
            <a:lvl9pPr marL="1871960" indent="0">
              <a:buNone/>
              <a:defRPr sz="819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22357" y="1709482"/>
            <a:ext cx="1979838" cy="251439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369225" y="1147238"/>
            <a:ext cx="1989588" cy="562244"/>
          </a:xfrm>
        </p:spPr>
        <p:txBody>
          <a:bodyPr anchor="b"/>
          <a:lstStyle>
            <a:lvl1pPr marL="0" indent="0">
              <a:buNone/>
              <a:defRPr sz="1228" b="1"/>
            </a:lvl1pPr>
            <a:lvl2pPr marL="233995" indent="0">
              <a:buNone/>
              <a:defRPr sz="1024" b="1"/>
            </a:lvl2pPr>
            <a:lvl3pPr marL="467990" indent="0">
              <a:buNone/>
              <a:defRPr sz="921" b="1"/>
            </a:lvl3pPr>
            <a:lvl4pPr marL="701985" indent="0">
              <a:buNone/>
              <a:defRPr sz="819" b="1"/>
            </a:lvl4pPr>
            <a:lvl5pPr marL="935980" indent="0">
              <a:buNone/>
              <a:defRPr sz="819" b="1"/>
            </a:lvl5pPr>
            <a:lvl6pPr marL="1169975" indent="0">
              <a:buNone/>
              <a:defRPr sz="819" b="1"/>
            </a:lvl6pPr>
            <a:lvl7pPr marL="1403970" indent="0">
              <a:buNone/>
              <a:defRPr sz="819" b="1"/>
            </a:lvl7pPr>
            <a:lvl8pPr marL="1637965" indent="0">
              <a:buNone/>
              <a:defRPr sz="819" b="1"/>
            </a:lvl8pPr>
            <a:lvl9pPr marL="1871960" indent="0">
              <a:buNone/>
              <a:defRPr sz="819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369225" y="1709482"/>
            <a:ext cx="1989588" cy="251439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2FF15-C2B6-7247-A4C3-F65CDD3CB022}" type="datetimeFigureOut">
              <a:rPr lang="fr-FR" smtClean="0"/>
              <a:t>04/07/2026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48E2B-EA0A-9342-A858-30A0D592F2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56511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2FF15-C2B6-7247-A4C3-F65CDD3CB022}" type="datetimeFigureOut">
              <a:rPr lang="fr-FR" smtClean="0"/>
              <a:t>04/07/2026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48E2B-EA0A-9342-A858-30A0D592F2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023218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2FF15-C2B6-7247-A4C3-F65CDD3CB022}" type="datetimeFigureOut">
              <a:rPr lang="fr-FR" smtClean="0"/>
              <a:t>04/07/2026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48E2B-EA0A-9342-A858-30A0D592F2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7881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2356" y="311997"/>
            <a:ext cx="1509406" cy="1091988"/>
          </a:xfrm>
        </p:spPr>
        <p:txBody>
          <a:bodyPr anchor="b"/>
          <a:lstStyle>
            <a:lvl1pPr>
              <a:defRPr sz="1638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9588" y="673827"/>
            <a:ext cx="2369225" cy="3325798"/>
          </a:xfrm>
        </p:spPr>
        <p:txBody>
          <a:bodyPr/>
          <a:lstStyle>
            <a:lvl1pPr>
              <a:defRPr sz="1638"/>
            </a:lvl1pPr>
            <a:lvl2pPr>
              <a:defRPr sz="1433"/>
            </a:lvl2pPr>
            <a:lvl3pPr>
              <a:defRPr sz="1228"/>
            </a:lvl3pPr>
            <a:lvl4pPr>
              <a:defRPr sz="1024"/>
            </a:lvl4pPr>
            <a:lvl5pPr>
              <a:defRPr sz="1024"/>
            </a:lvl5pPr>
            <a:lvl6pPr>
              <a:defRPr sz="1024"/>
            </a:lvl6pPr>
            <a:lvl7pPr>
              <a:defRPr sz="1024"/>
            </a:lvl7pPr>
            <a:lvl8pPr>
              <a:defRPr sz="1024"/>
            </a:lvl8pPr>
            <a:lvl9pPr>
              <a:defRPr sz="1024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22356" y="1403985"/>
            <a:ext cx="1509406" cy="2601056"/>
          </a:xfrm>
        </p:spPr>
        <p:txBody>
          <a:bodyPr/>
          <a:lstStyle>
            <a:lvl1pPr marL="0" indent="0">
              <a:buNone/>
              <a:defRPr sz="819"/>
            </a:lvl1pPr>
            <a:lvl2pPr marL="233995" indent="0">
              <a:buNone/>
              <a:defRPr sz="717"/>
            </a:lvl2pPr>
            <a:lvl3pPr marL="467990" indent="0">
              <a:buNone/>
              <a:defRPr sz="614"/>
            </a:lvl3pPr>
            <a:lvl4pPr marL="701985" indent="0">
              <a:buNone/>
              <a:defRPr sz="512"/>
            </a:lvl4pPr>
            <a:lvl5pPr marL="935980" indent="0">
              <a:buNone/>
              <a:defRPr sz="512"/>
            </a:lvl5pPr>
            <a:lvl6pPr marL="1169975" indent="0">
              <a:buNone/>
              <a:defRPr sz="512"/>
            </a:lvl6pPr>
            <a:lvl7pPr marL="1403970" indent="0">
              <a:buNone/>
              <a:defRPr sz="512"/>
            </a:lvl7pPr>
            <a:lvl8pPr marL="1637965" indent="0">
              <a:buNone/>
              <a:defRPr sz="512"/>
            </a:lvl8pPr>
            <a:lvl9pPr marL="1871960" indent="0">
              <a:buNone/>
              <a:defRPr sz="51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2FF15-C2B6-7247-A4C3-F65CDD3CB022}" type="datetimeFigureOut">
              <a:rPr lang="fr-FR" smtClean="0"/>
              <a:t>04/07/2026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48E2B-EA0A-9342-A858-30A0D592F2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9191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2356" y="311997"/>
            <a:ext cx="1509406" cy="1091988"/>
          </a:xfrm>
        </p:spPr>
        <p:txBody>
          <a:bodyPr anchor="b"/>
          <a:lstStyle>
            <a:lvl1pPr>
              <a:defRPr sz="1638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89588" y="673827"/>
            <a:ext cx="2369225" cy="3325798"/>
          </a:xfrm>
        </p:spPr>
        <p:txBody>
          <a:bodyPr anchor="t"/>
          <a:lstStyle>
            <a:lvl1pPr marL="0" indent="0">
              <a:buNone/>
              <a:defRPr sz="1638"/>
            </a:lvl1pPr>
            <a:lvl2pPr marL="233995" indent="0">
              <a:buNone/>
              <a:defRPr sz="1433"/>
            </a:lvl2pPr>
            <a:lvl3pPr marL="467990" indent="0">
              <a:buNone/>
              <a:defRPr sz="1228"/>
            </a:lvl3pPr>
            <a:lvl4pPr marL="701985" indent="0">
              <a:buNone/>
              <a:defRPr sz="1024"/>
            </a:lvl4pPr>
            <a:lvl5pPr marL="935980" indent="0">
              <a:buNone/>
              <a:defRPr sz="1024"/>
            </a:lvl5pPr>
            <a:lvl6pPr marL="1169975" indent="0">
              <a:buNone/>
              <a:defRPr sz="1024"/>
            </a:lvl6pPr>
            <a:lvl7pPr marL="1403970" indent="0">
              <a:buNone/>
              <a:defRPr sz="1024"/>
            </a:lvl7pPr>
            <a:lvl8pPr marL="1637965" indent="0">
              <a:buNone/>
              <a:defRPr sz="1024"/>
            </a:lvl8pPr>
            <a:lvl9pPr marL="1871960" indent="0">
              <a:buNone/>
              <a:defRPr sz="1024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22356" y="1403985"/>
            <a:ext cx="1509406" cy="2601056"/>
          </a:xfrm>
        </p:spPr>
        <p:txBody>
          <a:bodyPr/>
          <a:lstStyle>
            <a:lvl1pPr marL="0" indent="0">
              <a:buNone/>
              <a:defRPr sz="819"/>
            </a:lvl1pPr>
            <a:lvl2pPr marL="233995" indent="0">
              <a:buNone/>
              <a:defRPr sz="717"/>
            </a:lvl2pPr>
            <a:lvl3pPr marL="467990" indent="0">
              <a:buNone/>
              <a:defRPr sz="614"/>
            </a:lvl3pPr>
            <a:lvl4pPr marL="701985" indent="0">
              <a:buNone/>
              <a:defRPr sz="512"/>
            </a:lvl4pPr>
            <a:lvl5pPr marL="935980" indent="0">
              <a:buNone/>
              <a:defRPr sz="512"/>
            </a:lvl5pPr>
            <a:lvl6pPr marL="1169975" indent="0">
              <a:buNone/>
              <a:defRPr sz="512"/>
            </a:lvl6pPr>
            <a:lvl7pPr marL="1403970" indent="0">
              <a:buNone/>
              <a:defRPr sz="512"/>
            </a:lvl7pPr>
            <a:lvl8pPr marL="1637965" indent="0">
              <a:buNone/>
              <a:defRPr sz="512"/>
            </a:lvl8pPr>
            <a:lvl9pPr marL="1871960" indent="0">
              <a:buNone/>
              <a:defRPr sz="51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2FF15-C2B6-7247-A4C3-F65CDD3CB022}" type="datetimeFigureOut">
              <a:rPr lang="fr-FR" smtClean="0"/>
              <a:t>04/07/2026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48E2B-EA0A-9342-A858-30A0D592F2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651883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2FF15-C2B6-7247-A4C3-F65CDD3CB022}" type="datetimeFigureOut">
              <a:rPr lang="fr-FR" smtClean="0"/>
              <a:t>04/07/2026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48E2B-EA0A-9342-A858-30A0D592F2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943922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349090" y="249164"/>
            <a:ext cx="1009114" cy="3966041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21747" y="249164"/>
            <a:ext cx="2968843" cy="3966041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2FF15-C2B6-7247-A4C3-F65CDD3CB022}" type="datetimeFigureOut">
              <a:rPr lang="fr-FR" smtClean="0"/>
              <a:t>04/07/2026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48E2B-EA0A-9342-A858-30A0D592F2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57893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2B9464C-2B4D-A960-A27A-983E050A0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4679950" cy="467995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8511303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21747" y="249165"/>
            <a:ext cx="4036457" cy="9045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1747" y="1245820"/>
            <a:ext cx="4036457" cy="29693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21746" y="4337621"/>
            <a:ext cx="1052989" cy="2491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1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12FF15-C2B6-7247-A4C3-F65CDD3CB022}" type="datetimeFigureOut">
              <a:rPr lang="fr-FR" smtClean="0"/>
              <a:t>04/07/2026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50234" y="4337621"/>
            <a:ext cx="1579483" cy="2491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1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305215" y="4337621"/>
            <a:ext cx="1052989" cy="2491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1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848E2B-EA0A-9342-A858-30A0D592F2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08156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50" r:id="rId12"/>
  </p:sldLayoutIdLst>
  <p:txStyles>
    <p:titleStyle>
      <a:lvl1pPr algn="l" defTabSz="467990" rtl="0" eaLnBrk="1" latinLnBrk="0" hangingPunct="1">
        <a:lnSpc>
          <a:spcPct val="90000"/>
        </a:lnSpc>
        <a:spcBef>
          <a:spcPct val="0"/>
        </a:spcBef>
        <a:buNone/>
        <a:defRPr sz="225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16997" indent="-116997" algn="l" defTabSz="467990" rtl="0" eaLnBrk="1" latinLnBrk="0" hangingPunct="1">
        <a:lnSpc>
          <a:spcPct val="90000"/>
        </a:lnSpc>
        <a:spcBef>
          <a:spcPts val="512"/>
        </a:spcBef>
        <a:buFont typeface="Arial" panose="020B0604020202020204" pitchFamily="34" charset="0"/>
        <a:buChar char="•"/>
        <a:defRPr sz="1433" kern="1200">
          <a:solidFill>
            <a:schemeClr val="tx1"/>
          </a:solidFill>
          <a:latin typeface="+mn-lt"/>
          <a:ea typeface="+mn-ea"/>
          <a:cs typeface="+mn-cs"/>
        </a:defRPr>
      </a:lvl1pPr>
      <a:lvl2pPr marL="350992" indent="-116997" algn="l" defTabSz="467990" rtl="0" eaLnBrk="1" latinLnBrk="0" hangingPunct="1">
        <a:lnSpc>
          <a:spcPct val="90000"/>
        </a:lnSpc>
        <a:spcBef>
          <a:spcPts val="256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2pPr>
      <a:lvl3pPr marL="584987" indent="-116997" algn="l" defTabSz="467990" rtl="0" eaLnBrk="1" latinLnBrk="0" hangingPunct="1">
        <a:lnSpc>
          <a:spcPct val="90000"/>
        </a:lnSpc>
        <a:spcBef>
          <a:spcPts val="256"/>
        </a:spcBef>
        <a:buFont typeface="Arial" panose="020B0604020202020204" pitchFamily="34" charset="0"/>
        <a:buChar char="•"/>
        <a:defRPr sz="1024" kern="1200">
          <a:solidFill>
            <a:schemeClr val="tx1"/>
          </a:solidFill>
          <a:latin typeface="+mn-lt"/>
          <a:ea typeface="+mn-ea"/>
          <a:cs typeface="+mn-cs"/>
        </a:defRPr>
      </a:lvl3pPr>
      <a:lvl4pPr marL="818982" indent="-116997" algn="l" defTabSz="467990" rtl="0" eaLnBrk="1" latinLnBrk="0" hangingPunct="1">
        <a:lnSpc>
          <a:spcPct val="90000"/>
        </a:lnSpc>
        <a:spcBef>
          <a:spcPts val="256"/>
        </a:spcBef>
        <a:buFont typeface="Arial" panose="020B0604020202020204" pitchFamily="34" charset="0"/>
        <a:buChar char="•"/>
        <a:defRPr sz="921" kern="1200">
          <a:solidFill>
            <a:schemeClr val="tx1"/>
          </a:solidFill>
          <a:latin typeface="+mn-lt"/>
          <a:ea typeface="+mn-ea"/>
          <a:cs typeface="+mn-cs"/>
        </a:defRPr>
      </a:lvl4pPr>
      <a:lvl5pPr marL="1052977" indent="-116997" algn="l" defTabSz="467990" rtl="0" eaLnBrk="1" latinLnBrk="0" hangingPunct="1">
        <a:lnSpc>
          <a:spcPct val="90000"/>
        </a:lnSpc>
        <a:spcBef>
          <a:spcPts val="256"/>
        </a:spcBef>
        <a:buFont typeface="Arial" panose="020B0604020202020204" pitchFamily="34" charset="0"/>
        <a:buChar char="•"/>
        <a:defRPr sz="921" kern="1200">
          <a:solidFill>
            <a:schemeClr val="tx1"/>
          </a:solidFill>
          <a:latin typeface="+mn-lt"/>
          <a:ea typeface="+mn-ea"/>
          <a:cs typeface="+mn-cs"/>
        </a:defRPr>
      </a:lvl5pPr>
      <a:lvl6pPr marL="1286972" indent="-116997" algn="l" defTabSz="467990" rtl="0" eaLnBrk="1" latinLnBrk="0" hangingPunct="1">
        <a:lnSpc>
          <a:spcPct val="90000"/>
        </a:lnSpc>
        <a:spcBef>
          <a:spcPts val="256"/>
        </a:spcBef>
        <a:buFont typeface="Arial" panose="020B0604020202020204" pitchFamily="34" charset="0"/>
        <a:buChar char="•"/>
        <a:defRPr sz="921" kern="1200">
          <a:solidFill>
            <a:schemeClr val="tx1"/>
          </a:solidFill>
          <a:latin typeface="+mn-lt"/>
          <a:ea typeface="+mn-ea"/>
          <a:cs typeface="+mn-cs"/>
        </a:defRPr>
      </a:lvl6pPr>
      <a:lvl7pPr marL="1520967" indent="-116997" algn="l" defTabSz="467990" rtl="0" eaLnBrk="1" latinLnBrk="0" hangingPunct="1">
        <a:lnSpc>
          <a:spcPct val="90000"/>
        </a:lnSpc>
        <a:spcBef>
          <a:spcPts val="256"/>
        </a:spcBef>
        <a:buFont typeface="Arial" panose="020B0604020202020204" pitchFamily="34" charset="0"/>
        <a:buChar char="•"/>
        <a:defRPr sz="921" kern="1200">
          <a:solidFill>
            <a:schemeClr val="tx1"/>
          </a:solidFill>
          <a:latin typeface="+mn-lt"/>
          <a:ea typeface="+mn-ea"/>
          <a:cs typeface="+mn-cs"/>
        </a:defRPr>
      </a:lvl7pPr>
      <a:lvl8pPr marL="1754962" indent="-116997" algn="l" defTabSz="467990" rtl="0" eaLnBrk="1" latinLnBrk="0" hangingPunct="1">
        <a:lnSpc>
          <a:spcPct val="90000"/>
        </a:lnSpc>
        <a:spcBef>
          <a:spcPts val="256"/>
        </a:spcBef>
        <a:buFont typeface="Arial" panose="020B0604020202020204" pitchFamily="34" charset="0"/>
        <a:buChar char="•"/>
        <a:defRPr sz="921" kern="1200">
          <a:solidFill>
            <a:schemeClr val="tx1"/>
          </a:solidFill>
          <a:latin typeface="+mn-lt"/>
          <a:ea typeface="+mn-ea"/>
          <a:cs typeface="+mn-cs"/>
        </a:defRPr>
      </a:lvl8pPr>
      <a:lvl9pPr marL="1988957" indent="-116997" algn="l" defTabSz="467990" rtl="0" eaLnBrk="1" latinLnBrk="0" hangingPunct="1">
        <a:lnSpc>
          <a:spcPct val="90000"/>
        </a:lnSpc>
        <a:spcBef>
          <a:spcPts val="256"/>
        </a:spcBef>
        <a:buFont typeface="Arial" panose="020B0604020202020204" pitchFamily="34" charset="0"/>
        <a:buChar char="•"/>
        <a:defRPr sz="92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67990" rtl="0" eaLnBrk="1" latinLnBrk="0" hangingPunct="1">
        <a:defRPr sz="921" kern="1200">
          <a:solidFill>
            <a:schemeClr val="tx1"/>
          </a:solidFill>
          <a:latin typeface="+mn-lt"/>
          <a:ea typeface="+mn-ea"/>
          <a:cs typeface="+mn-cs"/>
        </a:defRPr>
      </a:lvl1pPr>
      <a:lvl2pPr marL="233995" algn="l" defTabSz="467990" rtl="0" eaLnBrk="1" latinLnBrk="0" hangingPunct="1">
        <a:defRPr sz="921" kern="1200">
          <a:solidFill>
            <a:schemeClr val="tx1"/>
          </a:solidFill>
          <a:latin typeface="+mn-lt"/>
          <a:ea typeface="+mn-ea"/>
          <a:cs typeface="+mn-cs"/>
        </a:defRPr>
      </a:lvl2pPr>
      <a:lvl3pPr marL="467990" algn="l" defTabSz="467990" rtl="0" eaLnBrk="1" latinLnBrk="0" hangingPunct="1">
        <a:defRPr sz="921" kern="1200">
          <a:solidFill>
            <a:schemeClr val="tx1"/>
          </a:solidFill>
          <a:latin typeface="+mn-lt"/>
          <a:ea typeface="+mn-ea"/>
          <a:cs typeface="+mn-cs"/>
        </a:defRPr>
      </a:lvl3pPr>
      <a:lvl4pPr marL="701985" algn="l" defTabSz="467990" rtl="0" eaLnBrk="1" latinLnBrk="0" hangingPunct="1">
        <a:defRPr sz="921" kern="1200">
          <a:solidFill>
            <a:schemeClr val="tx1"/>
          </a:solidFill>
          <a:latin typeface="+mn-lt"/>
          <a:ea typeface="+mn-ea"/>
          <a:cs typeface="+mn-cs"/>
        </a:defRPr>
      </a:lvl4pPr>
      <a:lvl5pPr marL="935980" algn="l" defTabSz="467990" rtl="0" eaLnBrk="1" latinLnBrk="0" hangingPunct="1">
        <a:defRPr sz="921" kern="1200">
          <a:solidFill>
            <a:schemeClr val="tx1"/>
          </a:solidFill>
          <a:latin typeface="+mn-lt"/>
          <a:ea typeface="+mn-ea"/>
          <a:cs typeface="+mn-cs"/>
        </a:defRPr>
      </a:lvl5pPr>
      <a:lvl6pPr marL="1169975" algn="l" defTabSz="467990" rtl="0" eaLnBrk="1" latinLnBrk="0" hangingPunct="1">
        <a:defRPr sz="921" kern="1200">
          <a:solidFill>
            <a:schemeClr val="tx1"/>
          </a:solidFill>
          <a:latin typeface="+mn-lt"/>
          <a:ea typeface="+mn-ea"/>
          <a:cs typeface="+mn-cs"/>
        </a:defRPr>
      </a:lvl6pPr>
      <a:lvl7pPr marL="1403970" algn="l" defTabSz="467990" rtl="0" eaLnBrk="1" latinLnBrk="0" hangingPunct="1">
        <a:defRPr sz="921" kern="1200">
          <a:solidFill>
            <a:schemeClr val="tx1"/>
          </a:solidFill>
          <a:latin typeface="+mn-lt"/>
          <a:ea typeface="+mn-ea"/>
          <a:cs typeface="+mn-cs"/>
        </a:defRPr>
      </a:lvl7pPr>
      <a:lvl8pPr marL="1637965" algn="l" defTabSz="467990" rtl="0" eaLnBrk="1" latinLnBrk="0" hangingPunct="1">
        <a:defRPr sz="921" kern="1200">
          <a:solidFill>
            <a:schemeClr val="tx1"/>
          </a:solidFill>
          <a:latin typeface="+mn-lt"/>
          <a:ea typeface="+mn-ea"/>
          <a:cs typeface="+mn-cs"/>
        </a:defRPr>
      </a:lvl8pPr>
      <a:lvl9pPr marL="1871960" algn="l" defTabSz="467990" rtl="0" eaLnBrk="1" latinLnBrk="0" hangingPunct="1">
        <a:defRPr sz="92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Espace réservé du contenu 3">
            <a:extLst>
              <a:ext uri="{FF2B5EF4-FFF2-40B4-BE49-F238E27FC236}">
                <a16:creationId xmlns:a16="http://schemas.microsoft.com/office/drawing/2014/main" id="{A99D1E3C-932D-85DC-59A1-919801435E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220913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C68C6FD5-5406-F833-E62B-67C67A0F4458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tx1"/>
          </a:solidFill>
        </p:spPr>
        <p:txBody>
          <a:bodyPr/>
          <a:lstStyle/>
          <a:p>
            <a:pPr marL="0" indent="0">
              <a:buNone/>
            </a:pPr>
            <a:r>
              <a:rPr lang="fr-FR" sz="14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City of Alzan</a:t>
            </a:r>
          </a:p>
          <a:p>
            <a:pPr marL="0" indent="0" algn="r">
              <a:buNone/>
            </a:pP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Original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game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by Trevor Toms</a:t>
            </a:r>
          </a:p>
          <a:p>
            <a:pPr marL="0" indent="0">
              <a:buNone/>
            </a:pPr>
            <a:endParaRPr lang="fr-FR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233995" lvl="1" indent="0">
              <a:buNone/>
            </a:pPr>
            <a:endParaRPr lang="fr-FR" sz="1100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233995" lvl="1" indent="0">
              <a:buNone/>
            </a:pPr>
            <a:endParaRPr lang="fr-FR" sz="1100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233995" lvl="1" indent="0">
              <a:buNone/>
            </a:pPr>
            <a:endParaRPr lang="fr-FR" sz="1100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233995" lvl="1" indent="0">
              <a:buNone/>
            </a:pPr>
            <a:endParaRPr lang="fr-FR" sz="1100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233995" lvl="1" indent="0">
              <a:buNone/>
            </a:pPr>
            <a:endParaRPr lang="fr-FR" sz="1100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233995" lvl="1" indent="0">
              <a:buNone/>
            </a:pPr>
            <a:endParaRPr lang="fr-FR" sz="1100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233995" lvl="1" indent="0">
              <a:buNone/>
            </a:pPr>
            <a:endParaRPr lang="fr-FR" sz="1100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233995" lvl="1" indent="0">
              <a:buNone/>
            </a:pPr>
            <a:endParaRPr lang="fr-FR" sz="1100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233995" lvl="1" indent="0">
              <a:buNone/>
            </a:pP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Unfortunately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, the city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is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surrounded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by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extremely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high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walls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, and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so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you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must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find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a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way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to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scale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them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.</a:t>
            </a:r>
          </a:p>
          <a:p>
            <a:pPr marL="0" indent="0">
              <a:buNone/>
            </a:pPr>
            <a:endParaRPr lang="fr-FR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0" indent="0">
              <a:buNone/>
            </a:pPr>
            <a:endParaRPr lang="fr-FR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0" indent="0">
              <a:buNone/>
            </a:pPr>
            <a:endParaRPr lang="fr-FR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0" indent="0">
              <a:buNone/>
            </a:pPr>
            <a:endParaRPr lang="fr-FR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0" indent="0" algn="ctr">
              <a:buNone/>
            </a:pPr>
            <a:r>
              <a:rPr lang="fr-FR" sz="10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Apple </a:t>
            </a:r>
            <a:r>
              <a:rPr lang="fr-FR" sz="100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II 64K version</a:t>
            </a:r>
            <a:endParaRPr lang="fr-FR" sz="1000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0" indent="0" algn="ctr">
              <a:buNone/>
            </a:pPr>
            <a:r>
              <a:rPr lang="fr-FR" sz="10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© 2026, Brutal Deluxe Software</a:t>
            </a:r>
          </a:p>
          <a:p>
            <a:pPr marL="0" indent="0" algn="ctr">
              <a:buNone/>
            </a:pPr>
            <a:r>
              <a:rPr lang="fr-FR" sz="10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Antoine Vignau &amp; Olivier </a:t>
            </a:r>
            <a:r>
              <a:rPr lang="fr-FR" sz="10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Zardini</a:t>
            </a:r>
            <a:endParaRPr lang="fr-FR" sz="1000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0" indent="0" algn="ctr">
              <a:buNone/>
            </a:pPr>
            <a:r>
              <a:rPr lang="fr-FR" sz="10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Visit</a:t>
            </a:r>
            <a:r>
              <a:rPr lang="fr-FR" sz="10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fr-FR" sz="10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brutaldeluxe.fr</a:t>
            </a:r>
            <a:endParaRPr lang="fr-FR" sz="1000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208A8788-571A-02DC-E83E-EEC1909335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147" y="623587"/>
            <a:ext cx="1602271" cy="1474755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8F03874E-0659-A439-F7D8-594ADD7B9354}"/>
              </a:ext>
            </a:extLst>
          </p:cNvPr>
          <p:cNvSpPr txBox="1"/>
          <p:nvPr/>
        </p:nvSpPr>
        <p:spPr>
          <a:xfrm>
            <a:off x="1653485" y="623587"/>
            <a:ext cx="3026465" cy="147475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33995" lvl="1" indent="0">
              <a:buNone/>
            </a:pP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The plot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takes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place in a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fictitious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city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named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Alzan,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which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is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built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on top of the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sea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cliffs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, and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is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inhabited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by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thieves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and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cut-throats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.</a:t>
            </a:r>
          </a:p>
          <a:p>
            <a:pPr marL="233995" lvl="1" indent="0">
              <a:buNone/>
            </a:pPr>
            <a:endParaRPr lang="fr-FR" sz="1100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233995" lvl="1"/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Your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quest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is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to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find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a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way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out of the city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before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they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grab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you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, or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before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the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plague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takes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hold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of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you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.</a:t>
            </a:r>
          </a:p>
          <a:p>
            <a:pPr marL="233995" lvl="1" indent="0">
              <a:buNone/>
            </a:pPr>
            <a:endParaRPr lang="fr-FR" sz="1100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611277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C68C6FD5-5406-F833-E62B-67C67A0F4458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tx1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12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How to </a:t>
            </a:r>
            <a:r>
              <a:rPr lang="fr-FR" sz="12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play</a:t>
            </a:r>
            <a:r>
              <a:rPr lang="fr-FR" sz="12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?</a:t>
            </a:r>
          </a:p>
          <a:p>
            <a:pPr marL="233995" lvl="1" indent="0">
              <a:buNone/>
            </a:pPr>
            <a:endParaRPr lang="fr-FR" sz="1100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233995" lvl="1" indent="0">
              <a:buNone/>
            </a:pP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Insert the diskette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into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the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disk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drive and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turn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on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your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computer.</a:t>
            </a:r>
          </a:p>
          <a:p>
            <a:pPr marL="233995" lvl="1" indent="0">
              <a:buNone/>
            </a:pPr>
            <a:endParaRPr lang="fr-FR" sz="1100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233995" lvl="1" indent="0">
              <a:buNone/>
            </a:pP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After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a few seconds, the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title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screen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is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displayed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, and a music score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is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played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.</a:t>
            </a:r>
          </a:p>
          <a:p>
            <a:pPr marL="233995" lvl="1" indent="0">
              <a:buNone/>
            </a:pPr>
            <a:endParaRPr lang="fr-FR" sz="1100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233995" lvl="1" indent="0">
              <a:buNone/>
            </a:pP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Press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a key to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play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.</a:t>
            </a:r>
          </a:p>
          <a:p>
            <a:pPr marL="0" indent="0">
              <a:buNone/>
            </a:pPr>
            <a:endParaRPr lang="fr-FR" sz="1200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89E5D05E-A58E-A9A0-9A5C-7E98EBAA21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420" y="2016263"/>
            <a:ext cx="3995530" cy="2663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5367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C68C6FD5-5406-F833-E62B-67C67A0F4458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tx1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12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Vocabulary</a:t>
            </a:r>
            <a:endParaRPr lang="fr-FR" sz="1200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233995" lvl="1" indent="0">
              <a:buNone/>
            </a:pPr>
            <a:endParaRPr lang="fr-FR" sz="1100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233995" lvl="1" indent="0">
              <a:buNone/>
            </a:pP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The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parser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recognizes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a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verb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and a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noun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. You can move by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entering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the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following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commands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:</a:t>
            </a:r>
          </a:p>
          <a:p>
            <a:pPr marL="233995" lvl="1" indent="0">
              <a:buNone/>
            </a:pPr>
            <a:r>
              <a:rPr lang="fr-FR" sz="1100" i="1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	North, South, East, West, Up, Down</a:t>
            </a:r>
          </a:p>
          <a:p>
            <a:pPr marL="233995" lvl="1" indent="0">
              <a:buNone/>
            </a:pPr>
            <a:endParaRPr lang="fr-FR" sz="1100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233995" lvl="1" indent="0">
              <a:buNone/>
            </a:pP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The </a:t>
            </a:r>
            <a:r>
              <a:rPr lang="fr-FR" sz="110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other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commands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are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yet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to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be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found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.</a:t>
            </a:r>
          </a:p>
          <a:p>
            <a:pPr marL="233995" lvl="1" indent="0">
              <a:buNone/>
            </a:pPr>
            <a:endParaRPr lang="fr-FR" sz="1100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233995" lvl="1" indent="0">
              <a:buNone/>
            </a:pP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Type CASE to switch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between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lower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- and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upper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- case display. The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game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sets the right case at boot time.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057FFBB-AF0B-F70B-C1BF-9226E15D79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420" y="2016263"/>
            <a:ext cx="3995530" cy="2663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8099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19</TotalTime>
  <Words>205</Words>
  <Application>Microsoft Macintosh PowerPoint</Application>
  <PresentationFormat>Personnalisé</PresentationFormat>
  <Paragraphs>38</Paragraphs>
  <Slides>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9" baseType="lpstr">
      <vt:lpstr>MS Gothic</vt:lpstr>
      <vt:lpstr>Arial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Antoine Vignau</dc:creator>
  <cp:lastModifiedBy>Antoine Vignau</cp:lastModifiedBy>
  <cp:revision>3</cp:revision>
  <dcterms:created xsi:type="dcterms:W3CDTF">2026-07-04T14:59:23Z</dcterms:created>
  <dcterms:modified xsi:type="dcterms:W3CDTF">2026-07-04T20:48:34Z</dcterms:modified>
</cp:coreProperties>
</file>